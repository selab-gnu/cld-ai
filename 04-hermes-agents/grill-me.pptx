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9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SKILL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r>
              <a:rPr lang="en-US" sz="96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-me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만들기 전에, 먼저 압박 테스트를 거친다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a Plan Before You Build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소개  →  설치 방법  →  실제 사용 예시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5989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rudaks.tistory.com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다루나요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순서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10128" cy="3566160"/>
          </a:xfrm>
          <a:prstGeom prst="roundRect">
            <a:avLst>
              <a:gd name="adj" fmla="val 386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grill-me 개념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411480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인터뷰하듯 압박 테스트하는 스킬의 원리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53128" y="2331720"/>
            <a:ext cx="3310128" cy="3566160"/>
          </a:xfrm>
          <a:prstGeom prst="roundRect">
            <a:avLst>
              <a:gd name="adj" fmla="val 386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73168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73168" y="347472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방법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73168" y="411480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한 줄로 Claude Code에 스킬 추가하기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2331720"/>
            <a:ext cx="3310128" cy="3566160"/>
          </a:xfrm>
          <a:prstGeom prst="roundRect">
            <a:avLst>
              <a:gd name="adj" fmla="val 386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03336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03336" y="347472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사용 예시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03336" y="411480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앱 설계를 실제로 압박 테스트한 대화 기록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grill-me는 무엇인가요?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계획이나 설계에 대해, 의사결정 트리가 완전히 해소될 때까지 집요하게 인터뷰하는 스킬입니다.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하나씩 질문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9352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이슈를 한꺼번에 던지지 않고, 결정이 필요한 지점을 하나씩 순서대로 짚어갑니다.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764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749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답변을 먼저 제시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410565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질문마다 추천 옵션을 제안한 뒤, 다음 단계로 넘어가기 전에 사용자의 피드백을 기다립니다.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94690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9194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코드베이스를 먼저 확인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527608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답을 코드에서 찾을 수 있다면, 이미 존재하는 내용을 되묻는 대신 직접 코드를 검사해 답합니다.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설치는 명령어 한 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환경에 스킬 저장소에서 grill-me 하나만 골라 전역으로 설치합니다.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0515600" cy="1371600"/>
          </a:xfrm>
          <a:prstGeom prst="roundRect">
            <a:avLst>
              <a:gd name="adj" fmla="val 9333"/>
            </a:avLst>
          </a:prstGeom>
          <a:solidFill>
            <a:srgbClr val="0F16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27889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99032" y="27889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55064" y="27889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30815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</a:t>
            </a: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add mattpocock/skills </a:t>
            </a:r>
            <a:r>
              <a:rPr lang="en-US" sz="16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--skill=grill-me -y -g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저장소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53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mattpocock/skills/grill-me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4251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범위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4553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 (전역 설치)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4251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방식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4553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-y (자동 승인)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최신 권장 사항: 코딩 계획 전체를 다듬을 때는 domain-model, grill-me는 가벼운 압박 테스트 용도로 계속 유용합니다.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926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사용 예시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TODO GUI 앱을 계획하며 실제로 나눈 grill-me 대화를, 순서 그대로 7장의 화면으로 살펴봅니다.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요청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던지고, grill-me를 호출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계획에 grill-me를 적용해줘. 정말 간단한 파이썬 프로그램 만들거야. GUI고 TODO-List 같은 거 만들래” — 아직 다듬어지지 않은 아이디어를 그대로 에이전트에게 전달합니다.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452824"/>
            <a:ext cx="9784080" cy="1643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질문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전제부터 파고든다: “왜 굳이 GUI야?”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‘정말 간단한’ 프로그램이라면서 왜 GUI를 고집하는지 되묻습니다. 추천 옵션(권장 답변)을 먼저 제시한 뒤 사용자의 선택을 기다립니다.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02592"/>
            <a:ext cx="9784080" cy="2144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질문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선택지를 좁혀 다음 결정으로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GUI를 쓰기로 확정되자, 표준 라이브러리(tkinter)만 쓸지 외부 프레임워크를 허용할지 묻습니다. 이전 답변에 따라 체크리스트가 하나씩 채워집니다.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47115"/>
            <a:ext cx="9784080" cy="2855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질문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숨어있는 구멍을 계속 찾아낸다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“저장은 언제 이루어져야 해?” — 종료 시에만 저장하면 강제 종료 시 데이터가 날아간다는 리스크까지 짚어주며 설계의 빈틈을 압박합니다.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77411"/>
            <a:ext cx="9784080" cy="29948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미응답 처리 &amp; 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답을 미뤄도, 대화는 요약되어 남는다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세부 질문에 답하지 </a:t>
            </a:r>
            <a:r>
              <a:rPr lang="en-US" sz="1300" dirty="0" err="1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않고</a:t>
            </a: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넘어가면</a:t>
            </a:r>
            <a:r>
              <a:rPr lang="en-US" sz="130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(esc)  </a:t>
            </a: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‘User declined’으로 기록하고, 지금까지의 논의를 recap으로 정리해 다음 행동을 안내합니다.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55170"/>
            <a:ext cx="9784080" cy="2439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구현 확인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합의된 내용만 그대로 코드로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논의를 통해 확정된 사양(GUI · tkinter · 즉시 저장) 그대로 todo_app.py 코드를 생성하고, 파일 생성 여부를 다시 한번 확인받습니다.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030" y="2514600"/>
            <a:ext cx="6931461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결과물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아이디어보다 탄탄해진 결과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체크박스, 삭제 버튼, 즉시 저장이 반영된 할 일 목록 GUI가 완성됩니다. 막연했던 요청이 압박 테스트를 거쳐 명확한 스펙으로 구현되었습니다.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3011"/>
            </a:avLst>
          </a:prstGeom>
          <a:solidFill>
            <a:srgbClr val="0F1620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grillme_ppt/images/shot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672" y="2514600"/>
            <a:ext cx="2666176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0" y="6016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 전에, 먼저 흔들어 본다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310128" cy="2651760"/>
          </a:xfrm>
          <a:prstGeom prst="roundRect">
            <a:avLst>
              <a:gd name="adj" fmla="val 4828"/>
            </a:avLst>
          </a:prstGeom>
          <a:solidFill>
            <a:srgbClr val="1A233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15568" y="283464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막연함 → 명확함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3429000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‘간단한 프로그램’이라는 모호한 요청이, 질문을 거치며 구체적인 스펙으로 바뀝니다.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53128" y="2514600"/>
            <a:ext cx="3310128" cy="2651760"/>
          </a:xfrm>
          <a:prstGeom prst="roundRect">
            <a:avLst>
              <a:gd name="adj" fmla="val 4828"/>
            </a:avLst>
          </a:prstGeom>
          <a:solidFill>
            <a:srgbClr val="1A233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745736" y="283464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동의가 아닌 반박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45736" y="3429000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무조건 맞장구치지 않고, 전제를 되묻고 구멍을 찾아냅니다.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2514600"/>
            <a:ext cx="3310128" cy="2651760"/>
          </a:xfrm>
          <a:prstGeom prst="roundRect">
            <a:avLst>
              <a:gd name="adj" fmla="val 4828"/>
            </a:avLst>
          </a:prstGeom>
          <a:solidFill>
            <a:srgbClr val="1A233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375904" y="283464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1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가볍게, 계획 전에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75904" y="3429000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PRD·구현 요청 전 단계에서 부담 없이 끼워 넣을 수 있는 압박 테스트입니다.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skills add mattpocock/skills --skill=grill-me -y -g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rudaks.tistory.com (원문: aihero.dev)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620</Words>
  <Application>Microsoft Office PowerPoint</Application>
  <PresentationFormat>와이드스크린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임성완</cp:lastModifiedBy>
  <cp:revision>2</cp:revision>
  <dcterms:created xsi:type="dcterms:W3CDTF">2026-08-11T17:14:27Z</dcterms:created>
  <dcterms:modified xsi:type="dcterms:W3CDTF">2026-08-11T17:17:39Z</dcterms:modified>
</cp:coreProperties>
</file>