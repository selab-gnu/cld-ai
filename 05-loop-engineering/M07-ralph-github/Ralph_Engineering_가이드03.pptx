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· GUIDE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위에 GitHub 이슈·PR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레이어 얹기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Ralph는 GitHub을 모릅니다 — gh CLI로 이슈 생성부터 PR 병합까지, 실행 전후에 몇 가지 명령만 더합니다.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79392" cy="4160520"/>
          </a:xfrm>
          <a:prstGeom prst="roundRect">
            <a:avLst>
              <a:gd name="adj" fmla="val 197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763256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7964424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150876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연동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60920" y="1837944"/>
            <a:ext cx="42793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198424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issue create --title "US-001…"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16952" y="227228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issue #1 생성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16952" y="2560320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16952" y="270433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\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16952" y="299237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Closes #1 커밋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16952" y="3280410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16952" y="342442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create --body "Closes #1"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16952" y="371246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merge --squash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6952" y="4000500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16952" y="414451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issue #1 자동 Closed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하나, 이슈 하나 — 그 사이를 gh가 잇는다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가이드에서 다룰 내용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+ gh CLI 레이어 구조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3008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7328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284568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84568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9단계 로드맵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600200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준비 &amp; 저장소 연결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0~1단계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3008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07328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284568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 &amp; 기록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84568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2~3단계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600200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연동 &amp; 실행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00200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4~5단계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33008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7328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284568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병합 · 보드화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84568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6~8단계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개념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Ralph는 GitHub을 모른다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01952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자체에는 GitHub 연동 기능이 내장되어 있지 않습니다. Ralph는 순수하게 로컬 git 브랜치, prd.json, progress.txt만으로 동작합니다.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813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685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튜토리얼이 하는 일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404164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자체를 수정하는 것이 아니라, GitHub CLI(gh)를 이용한 이슈·PR 관리 레이어를 Ralph 실행 전후로 얹는 방식입니다.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9단계 로드맵  ·  사전 준비  ·  이슈 생성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전체 흐름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 요약 (9단계 로드맵)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57016" y="182880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98" y="1916582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16712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인증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47802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login으로 GitHub CLI 인증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89704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0" y="182880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1916582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9704" y="216712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연결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489704" y="247802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(필요 시) gh repo create로 연결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065008" y="16916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47888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1073384" y="182880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166" y="1916582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47888" y="216712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47888" y="247802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user story → gh issue create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24612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" y="33741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3557016" y="338328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798" y="3471062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372160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번호 기록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31520" y="403250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(선택) prd.json에 githubIssue 필드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306824" y="324612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489704" y="33741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7315200" y="338328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2982" y="347106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89704" y="372160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연동 규칙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489704" y="403250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(선택·심화) CLAUDE.md에 규칙 추가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065008" y="324612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247888" y="33741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11073384" y="338328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1166" y="3471062"/>
            <a:ext cx="190195" cy="19019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247888" y="372160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실행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8247888" y="403250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./scripts/ralph/ralph.sh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48640" y="480060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731520" y="4928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3557016" y="493776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4798" y="5025542"/>
            <a:ext cx="190195" cy="190195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31520" y="527608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생성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731520" y="558698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push → gh pr create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306824" y="480060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4489704" y="4928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0" name="Shape 40"/>
          <p:cNvSpPr/>
          <p:nvPr/>
        </p:nvSpPr>
        <p:spPr>
          <a:xfrm>
            <a:off x="7315200" y="493776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2982" y="5025542"/>
            <a:ext cx="190195" cy="190195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489704" y="527608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4489704" y="558698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pr merge → 이슈 자동 Closed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8065008" y="480060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8247888" y="4928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56" name="Shape 45"/>
          <p:cNvSpPr/>
          <p:nvPr/>
        </p:nvSpPr>
        <p:spPr>
          <a:xfrm>
            <a:off x="11073384" y="4937760"/>
            <a:ext cx="365760" cy="3657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1166" y="5025542"/>
            <a:ext cx="190195" cy="190195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8247888" y="5276088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보드화</a:t>
            </a:r>
            <a:endParaRPr lang="en-US" sz="1300" dirty="0"/>
          </a:p>
        </p:txBody>
      </p:sp>
      <p:sp>
        <p:nvSpPr>
          <p:cNvPr id="59" name="Text 47"/>
          <p:cNvSpPr/>
          <p:nvPr/>
        </p:nvSpPr>
        <p:spPr>
          <a:xfrm>
            <a:off x="8247888" y="5586984"/>
            <a:ext cx="3209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(선택) gh project create</a:t>
            </a:r>
            <a:endParaRPr lang="en-US" sz="1000" dirty="0"/>
          </a:p>
        </p:txBody>
      </p:sp>
      <p:sp>
        <p:nvSpPr>
          <p:cNvPr id="60" name="Text 4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사전 준비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준비 사항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6138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062338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10512"/>
            <a:ext cx="6126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CLI(gh) 설치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680960" y="185623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09560" y="1810512"/>
            <a:ext cx="35661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gh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05866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15961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07792"/>
            <a:ext cx="6126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login 실행해서 계정 인증 완료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680960" y="295351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909560" y="2907792"/>
            <a:ext cx="35661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login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15594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25689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005072"/>
            <a:ext cx="6126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프로젝트가 GitHub 원격 저장소와 연결되어 있는지 확인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680960" y="405079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909560" y="4005072"/>
            <a:ext cx="35661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  (없다면 Step 1에서 생성)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--version 정상 출력      ☐  gh auth status에 "Logged in to github.com" 표시됨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프로젝트를 GitHub 저장소와 연결하기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GitHub 저장소가 있다면 이 단계는 건너뛰고 Step 2로 이동하세요.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0756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0756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0756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965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29514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244144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repo create your-project-name --private --source=. --remote=origin --push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154680"/>
            <a:ext cx="3575304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29184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--private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9808" y="361188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저장소로 생성 (공개하려면 --public)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306824" y="3154680"/>
            <a:ext cx="3575304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7992" y="329184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--source=.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07992" y="361188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폴더를 저장소 내용으로 사용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65008" y="3154680"/>
            <a:ext cx="3575304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329184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--push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66176" y="3611880"/>
            <a:ext cx="3172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브랜치(main)를 즉시 push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48640" y="461772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617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 GitHub에 새 원격 저장소 생성, origin으로 연결됨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99632" y="461772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28232" y="4727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git remote -v에 origin 표시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repo view --web으로 확인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story를 GitHub 이슈로 만들기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429000"/>
          </a:xfrm>
          <a:prstGeom prst="roundRect">
            <a:avLst>
              <a:gd name="adj" fmla="val 24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prd.json의 각 userStory를 gh issue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명령으로 하나씩 만들어줘.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제목은 title, 본문은 description과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acceptanceCriteria를 포함해줘.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issue create \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--title "US-001: Add priority…" \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--body "As a developer, ..."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418838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56285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issue #1 생성  (URL·번호 기록!)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086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086600" y="2029968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21488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제목에 prd.json의 id(예: US-001)를 접두어로 넣으면 나중에 이슈와 story를 대조하기 쉽습니다.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7086600" y="3401568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하나 = story 하나로 1:1 매핑 — 여러 story를 이슈 하나에 몰아넣지 마세요.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7086600" y="4453128"/>
            <a:ext cx="4553712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0" y="44531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 Issues 탭에 story 개수만큼 이슈 생성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86600" y="5230368"/>
            <a:ext cx="4553712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0" y="53400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issue list로 목록·번호 확인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이슈 개수 = userStories 개수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prd.json에 이슈 번호 기록해두기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prd.json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035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prd.json을 열어 각 story에 해당하는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githubIssue 필드를 추가해 줘.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5778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97865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"US-001",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"Add priority field…",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1,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"passes": false,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41883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"notes": "",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70687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"githubIssue": 1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99491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858000" y="2057400"/>
            <a:ext cx="4782312" cy="1600200"/>
          </a:xfrm>
          <a:prstGeom prst="roundRect">
            <a:avLst>
              <a:gd name="adj" fmla="val 5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86600" y="2194560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githubIssue 필드는 Ralph 자체가 사용하지는 않지만(무시됨), 사람이 참조하거나 Step 6에서 PR 본문을 자동 생성할 때 활용할 수 있는 메모입니다.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58000" y="3794760"/>
            <a:ext cx="4782312" cy="1051560"/>
          </a:xfrm>
          <a:prstGeom prst="roundRect">
            <a:avLst>
              <a:gd name="adj" fmla="val 7826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86600" y="39319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선택이지만 권장 — 나중에 커밋·PR에서 어떤 이슈를 참조할지 헷갈리지 않습니다.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58000" y="4983480"/>
            <a:ext cx="4782312" cy="6858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49834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모든 story에 githubIssue 번호가 채워짐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심화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커밋에 이슈 번호 자동 참조시키기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429000"/>
          </a:xfrm>
          <a:prstGeom prst="roundRect">
            <a:avLst>
              <a:gd name="adj" fmla="val 24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scripts/ralph/CLAUDE.md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GitHub Issue 연동 규칙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prd.json의 각 story에는 githubIssue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필드가 있다.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해당 story를 커밋할 때, 커밋 메시지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마지막 줄에 반드시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69874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Closes #&lt;githubIssue 번호&gt; 포함할 것.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986784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예: "Add priority column to tasks table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418838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56285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Closes #1"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086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086600" y="2029968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21488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/ Fixes / Resolves #번호 중 하나를 쓰면, 해당 커밋이 포함된 PR이 main에 병합될 때 이슈가 자동으로 닫힙니다.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086600" y="3401568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브랜치에서 커밋만 한 상태로는 닫히지 않습니다 — main에 머지되는 시점에 닫힙니다.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86600" y="4453128"/>
            <a:ext cx="4553712" cy="960120"/>
          </a:xfrm>
          <a:prstGeom prst="roundRect">
            <a:avLst>
              <a:gd name="adj" fmla="val 8571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0" y="4572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단계는 선택사항 — 생략하고 Step 6에서 PR 본문에 한 번에 모든 이슈를 참조해도 충분합니다.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86600" y="5550408"/>
            <a:ext cx="4553712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0" y="555040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CLAUDE.md에 이슈 연동 규칙 문단이 추가됨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실행하기 (복습)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--tool claude 10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-5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4747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튜토리얼과 동일합니다. Step 4를 설정했다면 커밋 메시지에 Closes #N이 포함된 것을 git log로 확인할 수 있습니다.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prd.json에서 완료된 story들의 passes가 true로 바뀜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(Step 4를 했다면) 커밋 메시지에 Closes #N 포함 확인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완료된 브랜치 Push하고 PR 만들기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1417320"/>
          </a:xfrm>
          <a:prstGeom prst="roundRect">
            <a:avLst>
              <a:gd name="adj" fmla="val 580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ralph/작업브랜치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6309360" cy="2834640"/>
          </a:xfrm>
          <a:prstGeom prst="roundRect">
            <a:avLst>
              <a:gd name="adj" fmla="val 2903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4930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950976" y="34930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1152144" y="34930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3832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create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7124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38587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passes:true인 story의 githubIssue를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1468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모아 "Closes #N" 목록을 만들고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4348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gh pr create를 실행해줘.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472287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" y="486689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create --title "…" --base main \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4672" y="51549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--body "Closes #1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4672" y="544296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Closes #2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" y="5731002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Closes #3"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086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086600" y="2029968"/>
            <a:ext cx="4553712" cy="1188720"/>
          </a:xfrm>
          <a:prstGeom prst="roundRect">
            <a:avLst>
              <a:gd name="adj" fmla="val 692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0" y="21488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#N은 PR 본문(body)에 있어야 합니다. 커밋 메시지 대신 본문에 한 번만 몰아 적어도 동일하게 작동합니다.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86600" y="3310128"/>
            <a:ext cx="4553712" cy="82296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15200" y="3429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리뷰 전이라면 --draft 플래그로 초안 PR을 만들 수 있습니다.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086600" y="4224528"/>
            <a:ext cx="4553712" cy="658368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0" y="422452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 PR 생성, 관련 이슈들과 자동 링크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086600" y="4974336"/>
            <a:ext cx="455371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0" y="508406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pr view --web에서 "Linked issues" 확인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 커밋 목록이 예상 story와 일치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후 병합 — 이슈 자동 종료 확인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merge --squash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3575304" cy="1143000"/>
          </a:xfrm>
          <a:prstGeom prst="roundRect">
            <a:avLst>
              <a:gd name="adj" fmla="val 7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10896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--squash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" y="342900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커밋을 하나로 합쳐 병합 (권장 — 히스토리가 깔끔)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6824" y="2971800"/>
            <a:ext cx="3575304" cy="1143000"/>
          </a:xfrm>
          <a:prstGeom prst="roundRect">
            <a:avLst>
              <a:gd name="adj" fmla="val 7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7992" y="310896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--merge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07992" y="342900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커밋 생성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65008" y="2971800"/>
            <a:ext cx="3575304" cy="1143000"/>
          </a:xfrm>
          <a:prstGeom prst="roundRect">
            <a:avLst>
              <a:gd name="adj" fmla="val 72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6176" y="310896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--rebase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66176" y="342900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리베이스 후 병합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553712"/>
            <a:ext cx="438912" cy="438912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79" y="4659051"/>
            <a:ext cx="228234" cy="22823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71600" y="43434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병합이 완료되면 PR 본문의 Closes #1, Closes #2 등이 자동으로 처리되어 해당 이슈들이 자동으로 Closed 상태가 됩니다.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557784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77240" y="5577840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issue list --state closed로 닫힌 이슈 확인      ☐  --state open에 남은 이슈가 다음 story와 일치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선택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보드로 진행 상황 시각화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project create --owner @me --title "Ralph Task Board"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1546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후 GitHub 웹에서 프로젝트를 열어 이슈들을 드래그해 Todo / In Progress / Done 컬럼으로 분류하거나, 저장소 Issues 탭에서 "Projects" 사이드바로 이슈를 프로젝트에 연결할 수 있습니다.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gh project list --owner @me로 생성된 프로젝트 확인      ☐  Issues 탭에서 각 이슈에 프로젝트가 연결됨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가이드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112264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213214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90195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명령이 인증 오류를 냄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06440" y="1947672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1901952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status 확인, 필요 시 gh auth login 재실행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999232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328416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429366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18104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병합 후에도 이슈가 안 닫힘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06440" y="3163824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035040" y="3118104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본문에 Closes #N 정확한 키워드·번호, base가 default 브랜치(main)인지 확인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54456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64551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334256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저장소의 이슈를 참조하고 싶음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806440" y="4379976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035040" y="4334256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owner/repo#번호 형식 사용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31536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760720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861670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550408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여러 개를 동시에 닫고 싶음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806440" y="5596128"/>
            <a:ext cx="0" cy="749808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35040" y="555040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이슈 번호 앞에 Closes를 매번 반복 (한 번만 쓰고 나열하면 첫 번째만 인식)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24101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2140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Ralph는 GitHub을 모른다 — gh CLI로 실행 전후에 레이어를 얹는 방식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862072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95424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3464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하나 = story 하나로 1:1 매핑, githubIssue 필드로 연결 기록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575304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66747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54787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#N은 커밋 또는 PR 본문에 — main 병합 시점에 이슈가 자동 Closed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4288536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380708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26110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--squash로 깔끔하게 병합, gh project로 전체 진행 상황을 보드화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22960" y="521208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이슈, PR, 병합 — 이 세 가지가 서로 링크되어 있다면 GitHub 연동은 잘 작동하고 있는 것입니다.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589520" y="2011680"/>
            <a:ext cx="4050792" cy="2651760"/>
          </a:xfrm>
          <a:prstGeom prst="roundRect">
            <a:avLst>
              <a:gd name="adj" fmla="val 3103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790688" y="22128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3"/>
          <p:cNvSpPr/>
          <p:nvPr/>
        </p:nvSpPr>
        <p:spPr>
          <a:xfrm>
            <a:off x="7991856" y="22128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4"/>
          <p:cNvSpPr/>
          <p:nvPr/>
        </p:nvSpPr>
        <p:spPr>
          <a:xfrm>
            <a:off x="8193024" y="22128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5"/>
          <p:cNvSpPr/>
          <p:nvPr/>
        </p:nvSpPr>
        <p:spPr>
          <a:xfrm>
            <a:off x="7589520" y="2103120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issue list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589520" y="2432304"/>
            <a:ext cx="40507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845552" y="2578608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 Add priority field    CLOSED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45552" y="2866644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  Display indicator     CLOSED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845552" y="3154680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  Priority selector     CLOSED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845552" y="3442716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  Filter dropdown       CLOSED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845552" y="3730752"/>
            <a:ext cx="35935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845552" y="3874770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4 closed, 0 open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03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2026-08-17T06:07:15Z</dcterms:created>
  <dcterms:modified xsi:type="dcterms:W3CDTF">2026-08-17T06:07:15Z</dcterms:modified>
</cp:coreProperties>
</file>