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GUIDE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스스로 반복하며 코드를 완성하는 법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PRD(요구사항 문서)의 작업 목록을 하나씩 꺼내 AI 코딩 툴에게 시키고, 성공하면 커밋 — 모든 작업이 끝날 때까지 반복하는 셸 스크립트 루프.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60920" y="1417320"/>
            <a:ext cx="4279392" cy="4023360"/>
          </a:xfrm>
          <a:prstGeom prst="roundRect">
            <a:avLst>
              <a:gd name="adj" fmla="val 2045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62088" y="16184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763256" y="16184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7964424" y="16184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1508760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ralph.sh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1837944"/>
            <a:ext cx="42793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198424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./scripts/ralph/ralph.sh \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16952" y="2272284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--tool claude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16952" y="2560320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16952" y="270433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branch: add-subtract-function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16952" y="2992374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task: Add subtract function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16952" y="3280410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running claude code...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16952" y="3568446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tests passed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16952" y="3856482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committed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16952" y="4144518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16952" y="4288536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&lt;promise&gt;COMPLETE&lt;/promise&gt;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작게 시작해서, 반복으로 끝내기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가이드에서 다룰 내용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465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1783080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21305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Ralph란 무엇인가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3008" y="1600200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7328" y="17465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284568" y="1783080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원리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84568" y="21305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루프의 구조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35808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821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600200" y="3218688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준비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00200" y="356616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도구 설치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3008" y="3035808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07328" y="31821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284568" y="3218688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(0~5단계)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84568" y="356616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계산기 예제로 따라하기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471416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600200" y="4654296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단계로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600200" y="5001768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확장하는 법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33008" y="4471416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7328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284568" y="4654296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284568" y="5001768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겪는 문제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개념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Ralph란 무엇인가?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10512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Ralph는 PRD(요구사항 문서)에 적힌 작업을 하나씩 꺼내 AI 코딩 툴에게 "이 작업 하나만 구현해"라고 시키고, 성공하면 커밋한 뒤 다음 작업으로 넘어가는 과정을 모든 작업이 끝날 때까지 반복하는 셸 스크립트 루프입니다.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947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1513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437083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반복마다 완전히 새로운 AI 인스턴스가 실행됩니다 — 이전 대화 맥락을 기억하지 못합니다.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72200" y="160020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그렇다면 "기억"은 무엇으로 이어갈까?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172200" y="2240280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50" y="234123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39128" y="2194560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커밋 히스토리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739128" y="2487168"/>
            <a:ext cx="4873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완료된 작업의 실제 코드 변경 기록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3291840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150" y="3392790"/>
            <a:ext cx="218724" cy="2187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39128" y="3246120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progress.txt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739128" y="3538728"/>
            <a:ext cx="4873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반복에서 배운 점을 남기는 기록 파일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72200" y="4343400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150" y="4444350"/>
            <a:ext cx="218724" cy="2187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39128" y="4297680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739128" y="4590288"/>
            <a:ext cx="4873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작업이 끝났는지 passes: true/false 로 표시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작동 원리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루프의 구조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8196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19272" y="1837944"/>
            <a:ext cx="402336" cy="402336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833" y="1934505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2219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 생성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49808" y="25603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prd.json의 branchName으로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git 브랜치 생성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986784" y="23545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197096" y="16916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98264" y="18196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967728" y="1837944"/>
            <a:ext cx="402336" cy="402336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289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98264" y="22219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선택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398264" y="25603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passes:false 중 우선순위가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높은 항목 선택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635240" y="23545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845552" y="16916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046720" y="18196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10616184" y="1837944"/>
            <a:ext cx="402336" cy="402336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745" y="1934505"/>
            <a:ext cx="209215" cy="20921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0" y="22219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구현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046720" y="25603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AI 인스턴스가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작업만 구현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370332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49808" y="38313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3319272" y="3849624"/>
            <a:ext cx="402336" cy="402336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833" y="3946185"/>
            <a:ext cx="209215" cy="20921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" y="4233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검사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749808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테스트/타입체크 실행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(예: npm test)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986784" y="43662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4197096" y="370332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398264" y="38313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6967728" y="3849624"/>
            <a:ext cx="402336" cy="402336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4289" y="3946185"/>
            <a:ext cx="209215" cy="20921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398264" y="4233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&amp; 기록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4398264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 시 자동 커밋 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passes:true, progress.txt 기록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635240" y="43662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7845552" y="370332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8046720" y="38313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4"/>
          <p:cNvSpPr/>
          <p:nvPr/>
        </p:nvSpPr>
        <p:spPr>
          <a:xfrm>
            <a:off x="10616184" y="3849624"/>
            <a:ext cx="402336" cy="402336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2745" y="3946185"/>
            <a:ext cx="209215" cy="20921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046720" y="4233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판정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8046720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passes:true?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: 1번으로 반복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11000232" y="3383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7" name="Shape 38"/>
          <p:cNvSpPr/>
          <p:nvPr/>
        </p:nvSpPr>
        <p:spPr>
          <a:xfrm>
            <a:off x="548640" y="5532120"/>
            <a:ext cx="5394960" cy="621792"/>
          </a:xfrm>
          <a:prstGeom prst="roundRect">
            <a:avLst>
              <a:gd name="adj" fmla="val 1323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777240" y="553212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passes:false 남음  →  1번부터 다시 반복</a:t>
            </a:r>
            <a:endParaRPr lang="en-US" sz="1250" dirty="0"/>
          </a:p>
        </p:txBody>
      </p:sp>
      <p:sp>
        <p:nvSpPr>
          <p:cNvPr id="49" name="Shape 40"/>
          <p:cNvSpPr/>
          <p:nvPr/>
        </p:nvSpPr>
        <p:spPr>
          <a:xfrm>
            <a:off x="6172200" y="5532120"/>
            <a:ext cx="5440680" cy="621792"/>
          </a:xfrm>
          <a:prstGeom prst="roundRect">
            <a:avLst>
              <a:gd name="adj" fmla="val 13235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6400800" y="553212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모두 passes:true  →  &lt;promise&gt;COMPLETE&lt;/promise&gt;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사전 준비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시작하기 전에 설치할 것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42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방법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설치 방법 (macOS)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--version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brew install 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jq (JSON 처리 도구)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jq --version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brew install jq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 --version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 -g @anthropic-ai/claude-code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9776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4187952"/>
            <a:ext cx="411480" cy="41148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" y="4286707"/>
            <a:ext cx="213970" cy="2139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4023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후에는 claude 명령을 한 번 실행해 로그인까지 마쳐야 합니다. 이 가이드는 Claude Code 기준이며, Amp를 쓰려면 명령어만 바꿔주면 됩니다.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124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77240" y="5349240"/>
            <a:ext cx="384048" cy="384048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2" y="5441412"/>
            <a:ext cx="199705" cy="1997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371600" y="5468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"git 저장소인 프로젝트"를 만들었는지 확인한다.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 프로젝트 만들기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4114800"/>
          </a:xfrm>
          <a:prstGeom prst="roundRect">
            <a:avLst>
              <a:gd name="adj" fmla="val 20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ralph-demo-calculator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ralph-demo-calculator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26669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&gt; calc.js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add(a, b) { return a + b; }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842766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398678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&gt; package.json   # test script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27482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&gt; test.js        # add(2,3)===5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562856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470687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499491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commit: add()"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086600" y="1691640"/>
            <a:ext cx="4553712" cy="1920240"/>
          </a:xfrm>
          <a:prstGeom prst="roundRect">
            <a:avLst>
              <a:gd name="adj" fmla="val 4286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0" y="1920240"/>
            <a:ext cx="411480" cy="41148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2018995"/>
            <a:ext cx="213970" cy="21397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638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7315200" y="233172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Ralph를 시켜 subtract(a, b) 함수를 자동으로 추가하고, 테스트까지 통과시키기.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7086600" y="3794760"/>
            <a:ext cx="4553712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315200" y="393192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 아주 작게 잡은 이유: Ralph 공식 문서는 "PRD 항목은 한 번의 context window 안에 끝낼 수 있을 만큼 작아야 한다"고 강조합니다.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086600" y="5212080"/>
            <a:ext cx="4553712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315200" y="5212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git 저장소인 프로젝트를 만들었는지 확인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파일을 프로젝트에 복사하기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4114800"/>
          </a:xfrm>
          <a:prstGeom prst="roundRect">
            <a:avLst>
              <a:gd name="adj" fmla="val 20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별도 위치에 ralph 저장소를 클론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\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https://github.com/snarktank/ralph.git \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/tmp/ralph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410712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방금 만든 프로젝트로 돌아와서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84276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~/ralph-demo-calculator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130802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scripts/ralph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41883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/tmp/ralph/ralph.sh scripts/ralph/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70687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/tmp/ralph/CLAUDE.md scripts/ralph/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4994910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513892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scripts/ralph/ralph.sh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0866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86600" y="2103120"/>
            <a:ext cx="4553712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0" y="2286000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150" y="2386950"/>
            <a:ext cx="218724" cy="21872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882128" y="224028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ralph.sh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7882128" y="253288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루프를 실제로 돌리는 셸 스크립트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086600" y="3520440"/>
            <a:ext cx="4553712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315200" y="3703320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150" y="3804270"/>
            <a:ext cx="218724" cy="21872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882128" y="3657600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7882128" y="395020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Code에게 매 반복마다 전달되는 지시사항 템플릿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7086600" y="5212080"/>
            <a:ext cx="4553712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315200" y="5212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생성한 깃 프로젝트에서 ralph.sh를 실행할 수 있는지 확인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PRD(작업 목록) 만들기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035040" cy="4526280"/>
          </a:xfrm>
          <a:prstGeom prst="roundRect">
            <a:avLst>
              <a:gd name="adj" fmla="val 1818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prd.json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035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"branchName": "add-subtract-function",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"userStories": [{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"1", "title": "Add subtract…",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410712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"acceptanceCriteria": [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69874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"subtract(5, 3) 은 2를 반환한다",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98678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"test.js에 테스트 추가 후 통과",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27482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"npm test 에러 없이 통과"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562856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850892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"passes": false,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513892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"priority": 1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542696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4672" y="571500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필드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0" y="2103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branchName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8580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PRD 작업을 위한 git 브랜치 이름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858000" y="2816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/ title / description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858000" y="3090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 식별하는 기본 정보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58000" y="35295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acceptanceCriteria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858000" y="38039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기준 — 구체적일수록 좋음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858000" y="42428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858000" y="45171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— 작업 진행 상태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858000" y="49560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858000" y="5230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작업 중 처리 우선순위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858000" y="5623560"/>
            <a:ext cx="4782312" cy="502920"/>
          </a:xfrm>
          <a:prstGeom prst="roundRect">
            <a:avLst>
              <a:gd name="adj" fmla="val 1636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40880" y="5623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프로젝트에서는 prd.json.example 형식을 참고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실행하기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0136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0136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020824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167128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./scripts/ralph/ralph.sh --tool claude 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788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--tool claude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Claude Code를 AI 엔진으로 사용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99632" y="278892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2788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최대 3번까지만 반복 (기본값 10)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내부적으로 반복되는 8단계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913632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branchName으로 새 git 브랜치 생성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199632" y="3913632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passes:false 중 우선순위 최상 항목 선택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4498848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Claude Code 인스턴스를 새로 띄워 해당 작업만 구현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199632" y="4498848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타입체크 / 테스트 등 품질 검사 실행 (npm test)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5084064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통과하면 자동으로 git 커밋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199632" y="5084064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prd.json에서 해당 항목을 passes: true로 변경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5669280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progress.txt에 배운 점 기록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199632" y="5669280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모든 항목 완료 시 &lt;promise&gt;COMPLETE&lt;/promise&gt; 출력 후 종료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확인하기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492240" cy="4434840"/>
          </a:xfrm>
          <a:prstGeom prst="roundRect">
            <a:avLst>
              <a:gd name="adj" fmla="val 1856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492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작업이 완료로 표시됐는지 확인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prd.json | jq '.userStories[]'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603504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297865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커밋 히스토리 확인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26669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-5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603504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69874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실제 코드 변경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398678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calc.js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274820"/>
            <a:ext cx="603504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41883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이전 반복의 학습 기록 확인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470687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progress.txt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4994910"/>
            <a:ext cx="603504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4672" y="513892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테스트가 실제로 통과하는지 재확인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4672" y="542696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315200" y="1691640"/>
            <a:ext cx="4325112" cy="4434840"/>
          </a:xfrm>
          <a:prstGeom prst="roundRect">
            <a:avLst>
              <a:gd name="adj" fmla="val 1903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89520" y="192024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029968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8952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기준</a:t>
            </a:r>
            <a:endParaRPr lang="en-US" sz="1550" dirty="0"/>
          </a:p>
        </p:txBody>
      </p:sp>
      <p:sp>
        <p:nvSpPr>
          <p:cNvPr id="30" name="Text 26"/>
          <p:cNvSpPr/>
          <p:nvPr/>
        </p:nvSpPr>
        <p:spPr>
          <a:xfrm>
            <a:off x="7589520" y="29260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calc.js에 subtract 함수가 추가되어 있다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589520" y="36118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test.js에도 테스트가 추가되어 있다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7589520" y="42976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npm test가 정상적으로 통과한다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단계로 확장하기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208666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스킬 설치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29992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skills/prd, skills/ralph를 ~/.claude/skills/ 에 복사해 PRD 문서 작성 자체를 AI에게 맡기기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4206240"/>
            <a:ext cx="2971800" cy="1645920"/>
          </a:xfrm>
          <a:prstGeom prst="roundRect">
            <a:avLst>
              <a:gd name="adj" fmla="val 50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24128" y="4407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9"/>
          <p:cNvSpPr/>
          <p:nvPr/>
        </p:nvSpPr>
        <p:spPr>
          <a:xfrm>
            <a:off x="1225296" y="4407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426464" y="4407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297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" y="4626864"/>
            <a:ext cx="2971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78992" y="47731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-r skills/prd \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078992" y="5029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~/.claude/skills/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078992" y="52852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-r skills/ralph \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078992" y="55412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~/.claude/skills/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29768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701" y="2086661"/>
            <a:ext cx="261518" cy="26151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7200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작업 추가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4572000" y="299923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prd.json에 여러 개의 user story를 추가해서, Ralph가 우선순위 순서대로 여러 작업을 자동으로 처리하게 해보기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572000" y="4206240"/>
            <a:ext cx="2971800" cy="1645920"/>
          </a:xfrm>
          <a:prstGeom prst="roundRect">
            <a:avLst>
              <a:gd name="adj" fmla="val 50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773168" y="4407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3"/>
          <p:cNvSpPr/>
          <p:nvPr/>
        </p:nvSpPr>
        <p:spPr>
          <a:xfrm>
            <a:off x="4974336" y="4407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4"/>
          <p:cNvSpPr/>
          <p:nvPr/>
        </p:nvSpPr>
        <p:spPr>
          <a:xfrm>
            <a:off x="5175504" y="4407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5"/>
          <p:cNvSpPr/>
          <p:nvPr/>
        </p:nvSpPr>
        <p:spPr>
          <a:xfrm>
            <a:off x="4572000" y="4297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prd.json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572000" y="4626864"/>
            <a:ext cx="2971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828032" y="47731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"id":"1", "priority":1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828032" y="5029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"id":"2", "priority":2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828032" y="52852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"id":"3", "priority":3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4828032" y="55412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순서대로 자동 처리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8046720" y="1737360"/>
            <a:ext cx="3596335" cy="4206240"/>
          </a:xfrm>
          <a:prstGeom prst="roundRect">
            <a:avLst>
              <a:gd name="adj" fmla="val 2288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741" y="2086661"/>
            <a:ext cx="261518" cy="26151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321040" y="2606040"/>
            <a:ext cx="3047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작게 쪼개기</a:t>
            </a:r>
            <a:endParaRPr lang="en-US" sz="1550" dirty="0"/>
          </a:p>
        </p:txBody>
      </p:sp>
      <p:sp>
        <p:nvSpPr>
          <p:cNvPr id="40" name="Text 34"/>
          <p:cNvSpPr/>
          <p:nvPr/>
        </p:nvSpPr>
        <p:spPr>
          <a:xfrm>
            <a:off x="8321040" y="2926080"/>
            <a:ext cx="3047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8321040" y="3246120"/>
            <a:ext cx="304769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"대시보드 전체 만들기"처럼 크고 모호한 작업이 아니라, "리스트에 필터 드롭다운 추가"처럼 한 번에 끝낼 수 있는 작업 단위로 나누는 것이 Ralph를 성공적으로 쓰는 핵심입니다.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겪는 문제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112264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2213214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901952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jq: command not found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806440" y="1947672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0" y="1901952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install jq (리눅스는 apt install jq)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999232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328416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429366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18104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반복해도 passes가 false로 남음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06440" y="3163824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035040" y="3118104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acceptanceCriteria가 모호할 수 있습니다. 더 구체적인 문장으로 재작성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54456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64551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334256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테스트/타입체크 명령이 프로젝트와 안 맞음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806440" y="4379976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035040" y="4334256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scripts/ralph/CLAUDE.md에 맞는 품질 검사 명령(npm test 등)을 명시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31536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760720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5861670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550408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루프가 중간에 멈춤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806440" y="5596128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35040" y="5550408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progress.txt를 확인하면 마지막 반복이 무엇을 했는지 알 수 있음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24101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12140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= PRD 기반 작업을 하나씩 자동 구현하는 반복 루프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807208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289938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77977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기억은 git 커밋 · progress.txt · prd.json, 세 가지로 이어진다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2960" y="3465576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557748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43814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반복은 새 AI 인스턴스 — 각 작업은 작을수록 성공률이 높다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" y="4123944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216116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09651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항목이 passes:true가 되면 루프가 자동으로 종료된다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22960" y="50749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가이드에서는 PRD 스킬로 작업 목록 자체를 AI가 작성하게 만드는 법을 다룹니다.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589520" y="2103120"/>
            <a:ext cx="4050792" cy="2606040"/>
          </a:xfrm>
          <a:prstGeom prst="roundRect">
            <a:avLst>
              <a:gd name="adj" fmla="val 3158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790688" y="23042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3"/>
          <p:cNvSpPr/>
          <p:nvPr/>
        </p:nvSpPr>
        <p:spPr>
          <a:xfrm>
            <a:off x="7991856" y="23042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4"/>
          <p:cNvSpPr/>
          <p:nvPr/>
        </p:nvSpPr>
        <p:spPr>
          <a:xfrm>
            <a:off x="8193024" y="23042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5"/>
          <p:cNvSpPr/>
          <p:nvPr/>
        </p:nvSpPr>
        <p:spPr>
          <a:xfrm>
            <a:off x="7589520" y="2194560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ralph.sh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589520" y="2523744"/>
            <a:ext cx="40507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845552" y="2670048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45552" y="2958084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all user stories passed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845552" y="3246120"/>
            <a:ext cx="35935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845552" y="3390138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&lt;promise&gt;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845552" y="3678174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845552" y="3966210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&lt;/promise&gt;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01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2026-08-17T05:50:28Z</dcterms:created>
  <dcterms:modified xsi:type="dcterms:W3CDTF">2026-08-17T05:50:28Z</dcterms:modified>
</cp:coreProperties>
</file>